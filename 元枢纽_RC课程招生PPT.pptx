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元枢纽 Meta-Axis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E67E22"/>
                </a:solidFill>
              </a:defRPr>
            </a:pPr>
            <a:r>
              <a:t>RC 攀爬车周末训练营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F0F1"/>
                </a:solidFill>
              </a:defRPr>
            </a:pPr>
            <a:r>
              <a:t>教育部白名单赛事 · EF-Core 执行功能训练 · 从科普到竞技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您的孩子是否面临这些挑战？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做作业拖拖拉拉，总是最后一刻才开始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7744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容易分心，难以专注完成任务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书包和书桌杂乱无章，经常找不到东西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023359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做决定不思考后果，容易冲动行事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84632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难以同时记住和处理多项信息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778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不了解自己的学习风格，无法自我调整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</a:defRPr>
            </a:pPr>
            <a:r>
              <a:t>这些问题的根源不是意志力薄弱，而是"操作系统"需要升级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元枢纽 EF-Core：重构心智操作系统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大脑如电脑，智力是硬件，EF-Core 是操作系统(OS)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任务启动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克服拖延，立即开始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时间体感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5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校准主观时间与客观时间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949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空间管理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结构化整理，减少认知负荷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优先级决策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在干扰中识别核心价值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0233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持续专注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8055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构建深度学习的心流区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303520"/>
            <a:ext cx="5029200" cy="11887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3949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80B9"/>
                </a:solidFill>
              </a:defRPr>
            </a:pPr>
            <a:r>
              <a:t>元认知监控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852159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学会"思考自己的思考"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教育部白名单赛事 · 权威认证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4095" cy="10972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"驾驭未来"全国青少年车辆模型教育竞赛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3756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教育部白名单在册体育运动项目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06908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完整的赛事组织委员会（组委会）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0060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小学/中学分组，男子/女子分组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3212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39495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个人项目 + 团体项目双重赛道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26364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612647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从科普入门到竞技精通的完整路径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10期周末训练营：从科普到竞技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430000" cy="14630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第1-3期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系统重构期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建立认知 · 规范操作 · 空间规划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1430000" cy="1463040"/>
          </a:xfrm>
          <a:prstGeom prst="roundRect">
            <a:avLst/>
          </a:prstGeom>
          <a:solidFill>
            <a:srgbClr val="AED6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第4-7期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技能内化期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专注训练 · 团队协作 · 工程思维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430000" cy="1463040"/>
          </a:xfrm>
          <a:prstGeom prst="roundRect">
            <a:avLst/>
          </a:prstGeom>
          <a:solidFill>
            <a:srgbClr val="85C1E9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第8-10期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独立运行期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486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赛事备战 · 全维实战 · 冠军传承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RC 车训练如何提升 EF 核心能力？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任务启动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将复杂的车辆调试拆解为可执行的步骤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克服拖延，立即开始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时间体感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预估圈时 vs 实际圈时的校准训练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建立准确的时间观念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空间管理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17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赛道设计中的物理空间规划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结构化思维，减少混乱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优先级决策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过障时的路径选择与风险权衡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40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在压力下做出最优决策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持续专注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634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完整圈速挑战中的稳定发挥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663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构建心流，深度投入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86400"/>
            <a:ext cx="20116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元认知监控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864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每次驾驶后的复盘与策略调整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86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</a:defRPr>
            </a:pPr>
            <a:r>
              <a:t>→ 学会反思，持续改进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67E22"/>
                </a:solidFill>
              </a:defRPr>
            </a:pPr>
            <a:r>
              <a:t>年度成就项目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元枢纽杯 RC 攀爬车锦标赛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不是模拟考试，是真实世界的压力测试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452628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资格赛：个人计时挑战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516636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正赛：多轮积分制竞技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580644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团队赛：接力协作挑战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6446520"/>
            <a:ext cx="182880" cy="1828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障碍赛：越野通关挑战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数据化成长追踪：看得见的能力提升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个人 EF 技能雷达图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任务启动能力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时间体感精度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空间管理效率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优先级决策质量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持续专注时长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7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• 元认知监控水平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训练前后对比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任务启动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30% → 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时间预估准确率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40% →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专注时长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15min → 45min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空间整理效率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50% → 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报名信息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课程周期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10期周末训练营，每期1天（上午+下午各2小时）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适合年龄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77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小学组（6-12岁）· 中学组（13-15岁）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班级规模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小班教学，每班8-12人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包含内容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RC攀爬车设备使用 · 专业赛道 · 教练指导 · 赛事报名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980B9"/>
                </a:solidFill>
              </a:defRPr>
            </a:pPr>
            <a:r>
              <a:t>成果交付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94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个人赛车档案 · EF技能雷达图 · 年度成就展示 · 锦标赛参赛资格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扫码咨询 · 免费体验课预约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元枢纽 Meta-Axis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7E22"/>
                </a:solidFill>
              </a:defRPr>
            </a:pPr>
            <a:r>
              <a:t>重构心智中枢 · 掌舵未来航向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F0F1"/>
                </a:solidFill>
              </a:defRPr>
            </a:pPr>
            <a:r>
              <a:t>赋予孩子穿越未来迷雾的能力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